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</ns0:sldIdLst>
  <ns0:sldSz cx="12192000" cy="6858000" type="screen4x3"/>
  <ns0:notesSz cx="6858000" cy="9144000"/>
  <ns0:embeddedFontLst>
    <ns0:embeddedFont>
      <ns0:font typeface="Inter"/>
      <ns0:bold ns1:id="rIdFont9"/>
      <ns0:regular ns1:id="rIdFont1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Font9" Type="http://schemas.openxmlformats.org/officeDocument/2006/relationships/font" Target="fonts/79a7fc25-770b-4bdb-80b4-7a25e4e2f063.fntdata" /><ns0:Relationship Id="rIdFont10" Type="http://schemas.openxmlformats.org/officeDocument/2006/relationships/font" Target="fonts/227cff3f-2c21-4977-ac3e-56aa97a1cf6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02109" y="2095500"/>
            <a:ext cx="9387780" cy="2667000"/>
          </a:xfrm>
          <a:prstGeom prst="roundRect">
            <a:avLst>
              <a:gd name="adj" fmla="val 8571"/>
            </a:avLst>
          </a:prstGeom>
          <a:solidFill>
            <a:srgbClr val="0D3637"/>
          </a:solidFill>
          <a:ln w="9525">
            <a:solidFill>
              <a:srgbClr val="1A4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56222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714625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7845" y="3400425"/>
            <a:ext cx="11096308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Inter"/>
              </a:rPr>
              <a:t>BÁO CÁO AN NINH MẠNG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043" y="4067175"/>
            <a:ext cx="1056791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Tổng quan sự kiện &amp; Phân tích mối đe dọa định kỳ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828675"/>
            <a:ext cx="11734800" cy="5800725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33600"/>
            <a:ext cx="26289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2133600"/>
            <a:ext cx="26289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2133600"/>
            <a:ext cx="26289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500" y="2133600"/>
            <a:ext cx="26289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3347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295650"/>
            <a:ext cx="5334000" cy="3028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2" y="1238250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705225"/>
            <a:ext cx="5334000" cy="1333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619125" y="342900"/>
            <a:ext cx="134302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FFFFFF"/>
                </a:solidFill>
                <a:latin typeface="Inter"/>
              </a:rPr>
              <a:t>3. BÁO CÁO CUỐI CÙNG CHO KHÁCH HÀNG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1181100"/>
            <a:ext cx="3119139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D253F"/>
                </a:solidFill>
                <a:latin typeface="Inter"/>
              </a:rPr>
              <a:t>BÁO CÁO AN NINH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81927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3674"/>
                </a:solidFill>
                <a:latin typeface="Inter"/>
              </a:rPr>
              <a:t>Tổng quan sự kiện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295650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3674"/>
                </a:solidFill>
                <a:latin typeface="Inter"/>
              </a:rPr>
              <a:t>Top mã độc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3295650"/>
            <a:ext cx="59436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3674"/>
                </a:solidFill>
                <a:latin typeface="Inter"/>
              </a:rPr>
              <a:t>Cảnh báo theo thời gian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2295525"/>
            <a:ext cx="2786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Inter"/>
              </a:rPr>
              <a:t>Tổng cảnh báo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2533650"/>
            <a:ext cx="2786062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1,248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0925" y="2295525"/>
            <a:ext cx="2786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C2626"/>
                </a:solidFill>
                <a:latin typeface="Inter"/>
              </a:rPr>
              <a:t>Cao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0925" y="2533650"/>
            <a:ext cx="2786062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312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2225" y="2295525"/>
            <a:ext cx="2786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Inter"/>
              </a:rPr>
              <a:t>Trung bình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2225" y="2533650"/>
            <a:ext cx="2786062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645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525" y="2295525"/>
            <a:ext cx="2786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Inter"/>
              </a:rPr>
              <a:t>Thấp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525" y="2533650"/>
            <a:ext cx="2786062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291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1700" y="3905250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 Emotet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3025" y="3905250"/>
            <a:ext cx="1076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312 (25.0%)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1700" y="4162425"/>
            <a:ext cx="990600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 Lokibot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3025" y="4162425"/>
            <a:ext cx="1076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645 (51.6%)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1700" y="4419600"/>
            <a:ext cx="134302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 Cobalt Strike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1600" y="4419600"/>
            <a:ext cx="1047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186 (14.9%)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1700" y="4676775"/>
            <a:ext cx="8286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 Khác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8750" y="4676775"/>
            <a:ext cx="990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105 (8.5%)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